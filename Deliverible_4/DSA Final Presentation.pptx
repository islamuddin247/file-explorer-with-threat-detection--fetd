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76C8-6826-F09C-3279-19DC64095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1E07C-9571-1DB9-2D75-6E7BEC99B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77F00-6DD2-3642-6BA8-AD36A723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FB1F-1B87-59C2-E78C-2C198F83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DD101-D45A-A286-16B2-BB738707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8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0488-B686-8FBA-C4AB-4164599B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D9875-0350-B8F5-9FFB-DC6B8EFBB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8E330-061C-A7CC-35FE-E668EC49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292EE-45EC-F520-EA56-B7995F1E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5C1D2-42C2-8747-8D7D-B5440870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2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B4B9-CA3A-1476-14F3-80A31EB7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F7086-F01B-F586-891E-A8730FE4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15CC2-2DA9-5956-30DB-86EF46B4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B5527-301A-3806-6903-D1F56DE6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2914-916F-F901-F9C5-AA02D274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5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1505-C4E7-CB75-810A-54A26ACD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E9B9-9855-1D9F-5450-28DA7411C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1DD75-8D9E-ECA8-FC46-05A672C0A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2A03A-3617-D426-1751-C36D404F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80722-32C9-305F-4F71-49E9F0DA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D6538-9EF2-6C25-6E6D-B160AF43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0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3C7B-0ADB-7678-E6E9-17E34FD78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B4923-B67D-986E-184E-2C81A9101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8AF8B-D71B-E63E-F5C3-B59C84EC4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430C5-E1AE-2868-152F-D431743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1AE4F-F9C9-BFA7-21CB-9DBBA1B47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D54A8-5D3C-8575-CC6F-22F7B19E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5D3F4-6FAE-5F4E-CFB3-B4D9BDF0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9BE00-F9F5-6CD0-AD02-9A1B006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6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CD0E-D484-6D22-A282-AB815A20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CF788-124C-FB28-0137-3457308B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209B6-7751-767A-CFFB-CBC033C4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16D00-DF9B-4ED8-2365-9CFD3B78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9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61423-7886-8FD7-1276-504A73EA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DE69A-C0F4-AEA9-9598-E7B9A38E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A20B7-59B0-005F-FCEC-E1403CAB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17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A6F9-5153-CE8D-2BE5-C766684F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0E5F2-31B6-812C-AE36-44C374C0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7001B-2CE0-467A-A9C7-BD96657C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776EB-6E3C-468F-6377-EEA9B0A9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897E1-38F0-410B-FDE8-574AF5DE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96FAF-0D24-3A72-CA93-AB1417B3E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6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9F84-CBA5-65FC-B16C-A9655010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72885-19E3-9882-40F0-29D5E0BC3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B3AD3-050B-7AF6-28DA-C7B10A38D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14B9A-1CE9-A205-6E85-D8AAC1CD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FD2F3-65A3-9C86-4D5C-3E772FF0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6C4A2-E832-3596-ABE2-DE6B6C55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5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F024-12E4-62C7-298F-D23C93F5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8F930-E1F3-321C-F649-C5180FFDC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81B67-2510-22CB-3D76-BA26A14B0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C799-7A1A-2AE1-5759-E8DF76E5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C8A4D-BA76-5785-31AF-D43E867E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2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BF478-FE15-7B18-6AAB-F23FB4EEF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CDC2E-09CD-A8B9-8D79-47177E6AD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E632-649D-C3C8-F96B-21B95A676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FD08-D02E-20D3-39AC-02D66F88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B9F0B-BF0B-B58E-3A46-CDC45778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4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D7729-0A01-8117-8B0E-3B0ACAE0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A234E-E26A-E5ED-AC9E-03B06206F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814F0-48EE-5EF2-B67B-A822E205C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FE4DC-1446-468B-BBEE-83CED0D787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2AC59-453B-0DAF-0151-9F00A88C2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5E482-2A20-C885-9FDB-88AC2441E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81C29-0853-4429-BB23-67B4453CE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omputer screen shot of a computer security&#10;&#10;AI-generated content may be incorrect.">
            <a:extLst>
              <a:ext uri="{FF2B5EF4-FFF2-40B4-BE49-F238E27FC236}">
                <a16:creationId xmlns:a16="http://schemas.microsoft.com/office/drawing/2014/main" id="{0EAE5FE0-4625-CBF2-9E03-AF139E52A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7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23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website&#10;&#10;AI-generated content may be incorrect.">
            <a:extLst>
              <a:ext uri="{FF2B5EF4-FFF2-40B4-BE49-F238E27FC236}">
                <a16:creationId xmlns:a16="http://schemas.microsoft.com/office/drawing/2014/main" id="{250E90C3-E085-BBCE-5DB3-3F8F93BB4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32F97-BAD1-7F60-75FD-A158D7B2C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1D046-FA3D-65C9-AAF1-CC9C505DF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3829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with colorful hexagons&#10;&#10;AI-generated content may be incorrect.">
            <a:extLst>
              <a:ext uri="{FF2B5EF4-FFF2-40B4-BE49-F238E27FC236}">
                <a16:creationId xmlns:a16="http://schemas.microsoft.com/office/drawing/2014/main" id="{6D959006-4FFA-0ECA-BB4E-98FE3DC5C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4" y="643466"/>
            <a:ext cx="1087037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99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EC61E9-138E-34FD-6E4B-915D1392A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269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application&#10;&#10;AI-generated content may be incorrect.">
            <a:extLst>
              <a:ext uri="{FF2B5EF4-FFF2-40B4-BE49-F238E27FC236}">
                <a16:creationId xmlns:a16="http://schemas.microsoft.com/office/drawing/2014/main" id="{6E111988-66C1-9153-8FDA-B807D3245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61082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99AC32-DDC9-A29E-65BD-D9260C133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60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1375D7-7762-F696-BE32-F70DDD079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40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white and black background with black text&#10;&#10;AI-generated content may be incorrect.">
            <a:extLst>
              <a:ext uri="{FF2B5EF4-FFF2-40B4-BE49-F238E27FC236}">
                <a16:creationId xmlns:a16="http://schemas.microsoft.com/office/drawing/2014/main" id="{2A4BE54B-A590-34A3-D240-3225A76A9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982"/>
          <a:stretch>
            <a:fillRect/>
          </a:stretch>
        </p:blipFill>
        <p:spPr>
          <a:xfrm>
            <a:off x="346148" y="0"/>
            <a:ext cx="11845852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52028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u2024661</dc:creator>
  <cp:lastModifiedBy>u2024661</cp:lastModifiedBy>
  <cp:revision>1</cp:revision>
  <dcterms:created xsi:type="dcterms:W3CDTF">2025-12-07T08:39:37Z</dcterms:created>
  <dcterms:modified xsi:type="dcterms:W3CDTF">2025-12-07T09:00:57Z</dcterms:modified>
</cp:coreProperties>
</file>